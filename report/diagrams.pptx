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65DAB56-F7D1-41CE-3AE4-982467202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24EFE16E-B9B7-1627-A9E3-D8AF66DED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976D4570-748E-051C-F667-FB804E3EA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6C57-B6B1-4E91-A841-60BB859C9C4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D958F76-B69A-4E34-3B06-51E202FD8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DA4662FF-181A-2AB3-F592-6CA196A2B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15EBF-5521-48E3-8EC3-0E8835D86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552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34FA696-A959-466F-6832-5E25B5AC0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4E65084-E97C-67F1-8C21-4CA776F63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2ACAD1F3-F60C-5950-1F1D-D108CB4FA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6C57-B6B1-4E91-A841-60BB859C9C4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DBCCFD0B-006F-7078-ADC6-DF626F37D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8D7CB781-7879-57F4-DC21-C2DE5DF74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15EBF-5521-48E3-8EC3-0E8835D86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97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68F2BE1-7882-B91E-5112-1DA356090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63B77474-BC8A-2D1B-4B95-2E7841FB3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314B9048-19D6-F385-E256-D694CD916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6C57-B6B1-4E91-A841-60BB859C9C4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A9947017-C9AC-5A0D-05BD-335B21695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846B8BBA-C733-3A71-1EEF-3C928E108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15EBF-5521-48E3-8EC3-0E8835D86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102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8D529E3-A678-8F95-A259-07641EEC4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824FBA48-C54B-FAEF-29B1-60CCC572B5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607B7319-561B-C4E0-E624-888C7F9BA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77760A5B-8CDA-48EA-7610-705AF7D86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6C57-B6B1-4E91-A841-60BB859C9C4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C3AD71AF-EE7C-9125-9D2A-1460123DE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170E60F4-F97F-012D-FEF1-D14C781BE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15EBF-5521-48E3-8EC3-0E8835D86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537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BD439B4-1363-2894-42EF-573493F2F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28C0F858-ACCD-9A0C-FB69-9DF267A7E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9D432BD1-AE4B-53CA-42C3-9E70EA9DA5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9EFE1B69-6BB0-2F55-D2C4-1299D2AEFC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A6FFC759-9DA1-8A3F-084D-FACD3B45CC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2465E575-EBFF-FC07-5BAD-642D9A2CF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6C57-B6B1-4E91-A841-60BB859C9C4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A5E2F8D9-A33C-1B6A-CB4D-9E14FF594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9054BECD-C3EE-21BE-EDF7-202FF5070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15EBF-5521-48E3-8EC3-0E8835D86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165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14C4A2B-701B-C2B0-F8BE-0BB574EDC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FD184661-35BE-46D6-5E17-4CBE922B0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6C57-B6B1-4E91-A841-60BB859C9C4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B9D417FF-EA7B-1F44-ACB2-399CC6E1D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96210E46-435C-FF64-C7C2-A2C5CF3DA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15EBF-5521-48E3-8EC3-0E8835D86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660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25EBF473-102F-DD0E-1AE2-4323B1369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6C57-B6B1-4E91-A841-60BB859C9C4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EAF3A0C7-BC97-FDDA-C673-0591AB37E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6709258-EED8-8BC0-FFED-3E520E1D2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15EBF-5521-48E3-8EC3-0E8835D86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889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D7AD1AC-52B9-6D9C-53A5-43C8BFBC9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F4C70606-BE02-6DEA-00BA-EA0029FFE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220B35FD-C9B6-270E-6593-5EA2D354EC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A66572C5-E269-F184-7FE1-641C00EC6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6C57-B6B1-4E91-A841-60BB859C9C4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93A9B98F-14DF-477E-4806-CE7CE0FFD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6E3B35EA-87C6-BAF8-F1B8-A3DA35859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15EBF-5521-48E3-8EC3-0E8835D86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4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E2F47C2-D219-3CFD-1908-AB5690DEB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217BE46A-64DE-D542-9CD1-0BB790037F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B2B13F51-8BF6-8670-4F07-D0DFA4D32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6AF056BB-0E2D-71B4-EB45-E0EB3157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6C57-B6B1-4E91-A841-60BB859C9C4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7AE3DECE-104B-299C-AE54-74479ABD9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1F1ECFF7-C9EC-1F25-0DFC-8217AFAD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15EBF-5521-48E3-8EC3-0E8835D86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892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AA9DF28-F1C0-7EAF-4360-A1075E3B6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55E23E58-0852-98BE-C5DD-38FD8DF59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BE0BE7E5-349E-10E6-6010-7AC2EBDFE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6C57-B6B1-4E91-A841-60BB859C9C4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FC39F362-4C04-A849-E673-6AF37E668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E567B6C1-11B1-C74D-9818-F55F2B42C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15EBF-5521-48E3-8EC3-0E8835D86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003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A3AC50F2-9BA1-961E-BAE5-8664EF7833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C638A00C-0851-460E-A60E-AC27160C6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BA26B62F-C271-6BD0-E112-B54B69C85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6C57-B6B1-4E91-A841-60BB859C9C4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9C6D955C-0000-B802-9FD0-99ED920A1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C84EC7C7-8724-EEB8-B270-C71AC1423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15EBF-5521-48E3-8EC3-0E8835D86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965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F4BC0D41-3C33-5295-7036-4430CA9DB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CBDB51D1-705E-0107-82F1-A0BB056CF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B5B94DBF-36DA-8222-F8AF-068E10ED2F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56C57-B6B1-4E91-A841-60BB859C9C4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E6CB1894-FF94-1908-794D-F87D129F9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CFDC4D9B-74B3-D4A3-692C-AD710B221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015EBF-5521-48E3-8EC3-0E8835D86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390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77E2C-ABFB-C64B-85B9-13B1D44D9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Εικόνα 4" descr="Εικόνα που περιέχει κύκλος, διάγραμμα, γραμμή, πολυχρωμί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45E71A2D-8C55-F1DB-4F74-A2AB4FAAD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31" y="1396505"/>
            <a:ext cx="4436904" cy="4181910"/>
          </a:xfrm>
          <a:prstGeom prst="rect">
            <a:avLst/>
          </a:prstGeom>
        </p:spPr>
      </p:pic>
      <p:pic>
        <p:nvPicPr>
          <p:cNvPr id="7" name="Εικόνα 6" descr="Εικόνα που περιέχει κύκλος, διάγραμμ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8CFC22B8-5110-7C13-96BF-B70CA3693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4285" y="1466063"/>
            <a:ext cx="2849730" cy="4336248"/>
          </a:xfrm>
          <a:prstGeom prst="rect">
            <a:avLst/>
          </a:prstGeom>
        </p:spPr>
      </p:pic>
      <p:sp>
        <p:nvSpPr>
          <p:cNvPr id="8" name="Βέλος: Δεξιό 7">
            <a:extLst>
              <a:ext uri="{FF2B5EF4-FFF2-40B4-BE49-F238E27FC236}">
                <a16:creationId xmlns:a16="http://schemas.microsoft.com/office/drawing/2014/main" id="{203DDC38-D3E6-4258-8882-A341194C7682}"/>
              </a:ext>
            </a:extLst>
          </p:cNvPr>
          <p:cNvSpPr/>
          <p:nvPr/>
        </p:nvSpPr>
        <p:spPr>
          <a:xfrm>
            <a:off x="5209309" y="3096491"/>
            <a:ext cx="2992582" cy="13369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DCD332-F224-CECF-E179-A86D4B48570D}"/>
              </a:ext>
            </a:extLst>
          </p:cNvPr>
          <p:cNvSpPr txBox="1"/>
          <p:nvPr/>
        </p:nvSpPr>
        <p:spPr>
          <a:xfrm>
            <a:off x="5209309" y="1896162"/>
            <a:ext cx="27846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User Query:</a:t>
            </a:r>
          </a:p>
          <a:p>
            <a:pPr algn="ctr"/>
            <a:r>
              <a:rPr lang="en-US" sz="2400" b="1"/>
              <a:t>What is the capital</a:t>
            </a:r>
          </a:p>
          <a:p>
            <a:pPr algn="ctr"/>
            <a:r>
              <a:rPr lang="en-US" sz="2400" b="1"/>
              <a:t>of France?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509211-30D1-3742-49FD-0375DEAE6862}"/>
              </a:ext>
            </a:extLst>
          </p:cNvPr>
          <p:cNvSpPr txBox="1"/>
          <p:nvPr/>
        </p:nvSpPr>
        <p:spPr>
          <a:xfrm>
            <a:off x="1044074" y="697090"/>
            <a:ext cx="34776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/>
              <a:t>Large Knowledge Graph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7ED93-7540-0BE4-A3A5-7BD4C01F98E4}"/>
              </a:ext>
            </a:extLst>
          </p:cNvPr>
          <p:cNvSpPr txBox="1"/>
          <p:nvPr/>
        </p:nvSpPr>
        <p:spPr>
          <a:xfrm>
            <a:off x="8183401" y="565508"/>
            <a:ext cx="3831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/>
              <a:t>Query-based Summarized</a:t>
            </a:r>
          </a:p>
          <a:p>
            <a:pPr algn="ctr"/>
            <a:r>
              <a:rPr lang="en-US" sz="2400" b="1"/>
              <a:t>Knowledge Graph</a:t>
            </a:r>
          </a:p>
        </p:txBody>
      </p:sp>
    </p:spTree>
    <p:extLst>
      <p:ext uri="{BB962C8B-B14F-4D97-AF65-F5344CB8AC3E}">
        <p14:creationId xmlns:p14="http://schemas.microsoft.com/office/powerpoint/2010/main" val="3758257024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17</Words>
  <Application>Microsoft Office PowerPoint</Application>
  <PresentationFormat>Ευρεία οθόνη</PresentationFormat>
  <Paragraphs>6</Paragraphs>
  <Slides>1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Θέμα του Office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Βαλάντης Ζερβός</dc:creator>
  <cp:lastModifiedBy>Βαλάντης Ζερβός</cp:lastModifiedBy>
  <cp:revision>2</cp:revision>
  <dcterms:created xsi:type="dcterms:W3CDTF">2025-12-21T10:57:16Z</dcterms:created>
  <dcterms:modified xsi:type="dcterms:W3CDTF">2025-12-21T11:13:26Z</dcterms:modified>
</cp:coreProperties>
</file>